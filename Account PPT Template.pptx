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Account Summary: {Name}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/>
              <a:t>Account: </a:t>
            </a:r>
            <a:r>
              <a:rPr sz="1400"/>
              <a:t>{Name}</a:t>
            </a:r>
          </a:p>
          <a:p>
            <a:r>
              <a:rPr b="1" sz="1400"/>
              <a:t>RTF Content: </a:t>
            </a:r>
            <a:r>
              <a:rPr sz="1400"/>
              <a:t>{Compass_Logo__c}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CV Image via {%Title}:</a:t>
            </a:r>
          </a:p>
          <a:p>
            <a:pPr>
              <a:defRPr sz="1400"/>
            </a:pPr>
            <a:r>
              <a:t>{%Title}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Contacts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18288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First Name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Picture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{#Contacts}{FirstName}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{Email}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{Phone}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{%Picture__c:100x100}{/Contacts}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Signatures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Buyer Signature:</a:t>
            </a:r>
          </a:p>
          <a:p>
            <a:pPr>
              <a:defRPr sz="1400"/>
            </a:pPr>
            <a:r>
              <a:t>{#Signature_Buyer}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Seller Signature:</a:t>
            </a:r>
          </a:p>
          <a:p>
            <a:pPr>
              <a:defRPr sz="1400"/>
            </a:pPr>
            <a:r>
              <a:t>{#Signature_Seller}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Image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RTF as Image:</a:t>
            </a:r>
          </a:p>
          <a:p>
            <a:pPr>
              <a:defRPr sz="1400"/>
            </a:pPr>
            <a:r>
              <a:t>{%Compass_Logo__c}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CV Image (300x200):</a:t>
            </a:r>
          </a:p>
          <a:p>
            <a:pPr>
              <a:defRPr sz="1400"/>
            </a:pPr>
            <a:r>
              <a:t>{%Title:300x200}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